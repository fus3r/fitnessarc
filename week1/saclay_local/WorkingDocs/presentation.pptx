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notesMasterIdLst>
    <p:notesMasterId r:id="rId12"/>
  </p:notesMasterIdLst>
  <p:sldIdLst>
    <p:sldId id="256" r:id="rId2"/>
    <p:sldId id="261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5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E5D2B-4EBD-AF4D-AD6C-38A70AC5E8FC}" v="56" dt="2025-11-14T09:29:08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77"/>
    <p:restoredTop sz="86438"/>
  </p:normalViewPr>
  <p:slideViewPr>
    <p:cSldViewPr snapToGrid="0">
      <p:cViewPr>
        <p:scale>
          <a:sx n="106" d="100"/>
          <a:sy n="106" d="100"/>
        </p:scale>
        <p:origin x="144" y="464"/>
      </p:cViewPr>
      <p:guideLst/>
    </p:cSldViewPr>
  </p:slideViewPr>
  <p:outlineViewPr>
    <p:cViewPr>
      <p:scale>
        <a:sx n="33" d="100"/>
        <a:sy n="33" d="100"/>
      </p:scale>
      <p:origin x="0" y="-895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8F210-C7C1-164D-BB3C-8CA248E38932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59839-6839-7942-94F2-689C7712386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03882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59839-6839-7942-94F2-689C77123860}" type="slidenum">
              <a:rPr lang="en-FR" smtClean="0"/>
              <a:t>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6333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A9400-39C6-68A6-9AFC-4D7F412C3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9B5B6-FD80-7C21-9571-52989E2E0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D0112-5F60-34E9-713C-3C9889E4B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FA64A-17FE-AFE1-298C-FF878EA05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59839-6839-7942-94F2-689C77123860}" type="slidenum">
              <a:rPr lang="en-FR" smtClean="0"/>
              <a:t>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03246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59839-6839-7942-94F2-689C77123860}" type="slidenum">
              <a:rPr lang="en-FR" smtClean="0"/>
              <a:t>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6332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40617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4824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3594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0348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17744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81776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28241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8493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86231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8451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10791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47699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25862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01646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45345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03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3606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2A3A1A-02E9-3342-8CB6-CB2D3B12779F}" type="datetimeFigureOut">
              <a:rPr lang="en-FR" smtClean="0"/>
              <a:t>14/11/2025</a:t>
            </a:fld>
            <a:endParaRPr lang="en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E9FA78-19DA-7B4F-AF83-DD86D43B8239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20879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F5970798-6E1E-4DEE-050A-E95D3AABAD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2" t="13841" r="1" b="30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5F67A4-7428-47F3-AE14-8CA43D976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95" name="Freeform 5">
            <a:extLst>
              <a:ext uri="{FF2B5EF4-FFF2-40B4-BE49-F238E27FC236}">
                <a16:creationId xmlns:a16="http://schemas.microsoft.com/office/drawing/2014/main" id="{F4A20210-FA90-4B6D-8D2E-1B90054E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9213B44-68B7-47E7-B506-5C79FCF80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9084D60-65A6-45F8-8C17-3529E43F1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44A2572-2BF1-4C8E-AF59-F3AD411D8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5DF3485-B455-470C-8FA8-A1BDE087B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5E9DCD0-EE49-4CB4-89B6-C25F9861C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713CF62-C96C-44E9-8C28-E3F2C6E7C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D06558F-07E9-4D78-A6F3-8BCFA9E73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2D8773-83C0-4D51-9E1F-046DA7DA0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880C3FB-3E2E-4054-A6D1-38176D6E2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505591A-6112-4B84-8E9E-923E43C4E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884290-8E39-4425-BB4F-48D955C1F8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0C383A3-6D77-41CE-8121-498BC3BA5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120A319-4A10-4542-B48C-5FB2714C4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B15B038-50ED-419D-B142-C96EE418B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AFF2F4-75B2-4498-8559-BAE80D89B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6AE167-8087-4A4B-B41D-5658EEBA6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353E8A-CBA6-44F9-9C00-D0AD27C96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A2C318A-A79F-4CAD-BA7A-51427BF9ED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F2996E3-5E01-4F22-B23C-7CD0CF72C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60F6BC4-AB51-4DE7-B83C-E71FE4EC8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F65FC1C-93BF-4ACA-BF17-17372DD10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F9913C-8CCE-4D56-9D2A-0C2D68667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0EDD18C-1AAD-48E5-AAAD-73F4B5643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2D7A5C4-18C8-43E9-A50A-F87A362C8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A0C484E-A224-4DB0-8C34-89BE54BD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9BB438E-A25F-4A7F-B209-8899B7CEC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8BA6DC-B1E9-4F32-A5CC-8F61976B69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F6D95B2-1C8D-4156-AB05-523619B4F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88409AD-A77F-4304-9E8B-08A4891C7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62AD08A-B385-4D18-B948-8D53B3918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32A413E-FF1A-46B1-BF8B-3C1C408B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CFF4E44-2BEB-4FAE-97C9-BC6E8296D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0486C0A-9B93-46B8-932F-876BE26CE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429BF5D-8D5B-4A48-89EE-8B779826E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C996EE-5EB1-4943-A1E8-70810CBD6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2F833C8-E3CE-4399-B78B-9DD0EEA6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7C92DB2-78F1-4872-B9C7-C658A7886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F8A2FAA-05E1-448E-A606-FA9D67036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5AAB5D1-1672-4825-88A7-D93923475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2CAAFDB-2BA2-4D04-8B8B-1241D5EC0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C381B3C-0009-451B-BCB3-48F7810C1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A10544C-1EAD-47FB-A17E-52C622282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2540B37-D854-4525-93F8-410685438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50DFE8-D07F-435C-B5A2-47D126FD9F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C1A6513-2D5D-458C-B841-D5DD9844B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931CF18-850E-41CD-823E-D311BD5CC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4497A09-1B1C-4EB6-B728-6FC3A1C12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A60DE04-F3E8-437E-A2E4-A8A7BA01C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DBBA541-852C-4AE6-82E8-6BD13AFB4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FC3362F-AD7E-45D7-BE85-7C8DD8134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CD83E0F-C8AF-4D52-94DB-CD949A2B1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0D5F865-890F-483F-B407-516CE6D22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E6A2505-E617-4419-AB05-10B779B5C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DFF0D66-52FC-4F64-B67F-72D9EFEED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CC72040-7945-4051-989C-2B728F6D50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6EB6302-2333-45D4-AE20-B0F6D45CC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ECC1105-D16E-411D-B4B7-80BF039BF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D2F518-4540-44DE-BC62-7D598EC99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19566BC-880A-4113-A9C4-0017E5184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18E7D73-F4E4-4F5D-AFF9-EE491954A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D0988A2-3571-4C16-BDEF-58254F04E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550BAC8-41FE-4300-910B-EE7BBD7A0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8CD175C-18A7-4589-8C46-A61FEF6D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6BE3031-FD1C-443C-9889-243CEEAED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E37BF5D-3732-41F2-B9AF-A56C9214D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77B6718-917A-4A01-BCF8-5C6E1217B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C23AB5B-98FB-43F1-B590-BBA79814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6EEC146-226B-4C83-9C1B-DD5495DE1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C24D094-41EF-4CA2-9834-B04793FA1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DA46AD8-674F-46C3-8A22-280F78F91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E9D757B-CD9D-447C-8780-79F2FF875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76B76E9-7342-43BC-B629-9180ABF57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F25F68A-2DCB-4183-86F1-3428326E5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A5FA913-066C-4504-A753-026056454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A6E50AC-CA1E-4DD3-B85F-1720C019E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224B2B1-DBD8-4BA8-8CEB-BFAC8A15D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DEFE1E7-69A3-47F5-B8B8-C0898281B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6F1F489-762E-4979-9EBC-50A62330B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27DF22C-20E6-4DED-B405-1B26C5218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36FD8D7-6E0F-468E-B8C4-F4E67071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9C55FC-843E-EF77-C121-F5669006B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6333" y="2032000"/>
            <a:ext cx="4513792" cy="2819398"/>
          </a:xfrm>
        </p:spPr>
        <p:txBody>
          <a:bodyPr>
            <a:normAutofit/>
          </a:bodyPr>
          <a:lstStyle/>
          <a:p>
            <a:r>
              <a:rPr lang="en-FR" dirty="0"/>
              <a:t>Coding WeeksEquipe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EF9BC-BECA-6890-1F0B-074638F83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6333" y="4851399"/>
            <a:ext cx="4513792" cy="914401"/>
          </a:xfrm>
        </p:spPr>
        <p:txBody>
          <a:bodyPr>
            <a:normAutofit/>
          </a:bodyPr>
          <a:lstStyle/>
          <a:p>
            <a:r>
              <a:rPr lang="en-FR"/>
              <a:t>Riad DARWISH, Thomas FLAMENT, Issam KABBARA, Rémi SITHISAK, Sao TAJAN</a:t>
            </a:r>
          </a:p>
        </p:txBody>
      </p:sp>
    </p:spTree>
    <p:extLst>
      <p:ext uri="{BB962C8B-B14F-4D97-AF65-F5344CB8AC3E}">
        <p14:creationId xmlns:p14="http://schemas.microsoft.com/office/powerpoint/2010/main" val="60821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D7098-652A-C003-9E33-2D5753E5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E72A-5B12-68D6-2BB2-69CC2C47B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Sommaire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7BCBF-6F22-26D5-CC2B-C48ABAC4C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97062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FR" sz="2000" dirty="0">
                <a:solidFill>
                  <a:srgbClr val="FFFFFF"/>
                </a:solidFill>
              </a:rPr>
              <a:t>Stratégie Adoptée</a:t>
            </a:r>
          </a:p>
          <a:p>
            <a:pPr lvl="1"/>
            <a:r>
              <a:rPr lang="en-FR" sz="2000" dirty="0">
                <a:solidFill>
                  <a:srgbClr val="FFFFFF"/>
                </a:solidFill>
              </a:rPr>
              <a:t>Agenda</a:t>
            </a:r>
          </a:p>
          <a:p>
            <a:pPr lvl="1"/>
            <a:r>
              <a:rPr lang="en-FR" sz="2000" dirty="0">
                <a:solidFill>
                  <a:srgbClr val="FFFFFF"/>
                </a:solidFill>
              </a:rPr>
              <a:t>Collaboration Git</a:t>
            </a:r>
          </a:p>
          <a:p>
            <a:r>
              <a:rPr lang="en-FR" sz="2000" dirty="0">
                <a:solidFill>
                  <a:srgbClr val="FFFFFF"/>
                </a:solidFill>
              </a:rPr>
              <a:t>Week 1</a:t>
            </a:r>
          </a:p>
          <a:p>
            <a:pPr lvl="1"/>
            <a:r>
              <a:rPr lang="en-FR" sz="2000" dirty="0">
                <a:solidFill>
                  <a:srgbClr val="FFFFFF"/>
                </a:solidFill>
              </a:rPr>
              <a:t>Détails de chaque Sprint</a:t>
            </a:r>
          </a:p>
          <a:p>
            <a:pPr lvl="1"/>
            <a:r>
              <a:rPr lang="en-FR" sz="2000" dirty="0">
                <a:solidFill>
                  <a:srgbClr val="FFFFFF"/>
                </a:solidFill>
              </a:rPr>
              <a:t>Rendu Final</a:t>
            </a:r>
          </a:p>
          <a:p>
            <a:r>
              <a:rPr lang="en-FR" sz="2000" dirty="0">
                <a:solidFill>
                  <a:srgbClr val="FFFFFF"/>
                </a:solidFill>
              </a:rPr>
              <a:t>Week 2</a:t>
            </a:r>
          </a:p>
          <a:p>
            <a:pPr lvl="1"/>
            <a:r>
              <a:rPr lang="en-FR" sz="2000" dirty="0">
                <a:solidFill>
                  <a:srgbClr val="FFFFFF"/>
                </a:solidFill>
              </a:rPr>
              <a:t>Détails de chaque Sprint</a:t>
            </a:r>
          </a:p>
          <a:p>
            <a:pPr lvl="1"/>
            <a:r>
              <a:rPr lang="en-FR" sz="2000" dirty="0">
                <a:solidFill>
                  <a:srgbClr val="FFFFFF"/>
                </a:solidFill>
              </a:rPr>
              <a:t>Version MVP</a:t>
            </a:r>
          </a:p>
          <a:p>
            <a:pPr lvl="1"/>
            <a:r>
              <a:rPr lang="en-FR" sz="2000" dirty="0">
                <a:solidFill>
                  <a:srgbClr val="FFFFFF"/>
                </a:solidFill>
              </a:rPr>
              <a:t>Amélioration Design</a:t>
            </a:r>
          </a:p>
          <a:p>
            <a:endParaRPr lang="en-FR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40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7DED-B2B9-AFD5-17DB-33668D329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Stratégie adoptée -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B362B-9CC3-AC11-A3CF-22467A9A3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FR" dirty="0"/>
              <a:t>Lundi 10: Révisions sur Git, Tutoriel GitBranching, Début Tuto Django (Sprint 5)</a:t>
            </a:r>
          </a:p>
          <a:p>
            <a:r>
              <a:rPr lang="en-FR" dirty="0"/>
              <a:t>Mardi 11: MVP du Tuto Django (Sprint 13)</a:t>
            </a:r>
          </a:p>
          <a:p>
            <a:r>
              <a:rPr lang="en-FR" dirty="0"/>
              <a:t>Mercredi 12: Finalisation du Tuto Django (Sprint 14), Début FitnessArc (Sprint 5) + Design</a:t>
            </a:r>
          </a:p>
          <a:p>
            <a:r>
              <a:rPr lang="en-FR" dirty="0"/>
              <a:t>Jeudi 13: Finalisation du MVP FitnessArc, poursuite du Design</a:t>
            </a:r>
          </a:p>
          <a:p>
            <a:r>
              <a:rPr lang="en-FR" dirty="0"/>
              <a:t>Vendredi 14: Préparation de la présentation, dernières retouches pour le tuto Django, poursuite du projet FitnessArc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17371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ED25-CEDF-1542-58CC-BD4E1484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en-FR" dirty="0"/>
              <a:t>Stratégie adoptée – Collaboration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72C9C-8140-8B40-28B7-565638890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075280"/>
          </a:xfrm>
        </p:spPr>
        <p:txBody>
          <a:bodyPr>
            <a:normAutofit fontScale="92500"/>
          </a:bodyPr>
          <a:lstStyle/>
          <a:p>
            <a:r>
              <a:rPr lang="en-FR" dirty="0"/>
              <a:t>Week 1 : </a:t>
            </a:r>
          </a:p>
          <a:p>
            <a:pPr lvl="1"/>
            <a:r>
              <a:rPr lang="en-FR" dirty="0"/>
              <a:t>Chacun travaille localement sur le projet week1 pour bien s’approprier la programmation avec Django.</a:t>
            </a:r>
          </a:p>
          <a:p>
            <a:pPr lvl="1"/>
            <a:r>
              <a:rPr lang="en-FR" dirty="0"/>
              <a:t>Chacun travaille sur sa branche week1_prenom</a:t>
            </a:r>
          </a:p>
          <a:p>
            <a:pPr lvl="1"/>
            <a:r>
              <a:rPr lang="en-FR" dirty="0"/>
              <a:t>Fin de semaine : Mise en commun en présentiel, on push sur main la meilleure version</a:t>
            </a:r>
          </a:p>
          <a:p>
            <a:r>
              <a:rPr lang="en-FR" dirty="0"/>
              <a:t>Week 2 :</a:t>
            </a:r>
          </a:p>
          <a:p>
            <a:pPr lvl="1"/>
            <a:r>
              <a:rPr lang="en-FR" dirty="0"/>
              <a:t>Après le S</a:t>
            </a:r>
            <a:r>
              <a:rPr lang="en-GB" dirty="0"/>
              <a:t>p</a:t>
            </a:r>
            <a:r>
              <a:rPr lang="en-FR" dirty="0"/>
              <a:t>rint 0, on se répartit les tâches. </a:t>
            </a:r>
          </a:p>
          <a:p>
            <a:pPr lvl="1"/>
            <a:r>
              <a:rPr lang="en-FR" dirty="0"/>
              <a:t>Chacun travaille sur une seule app, une personne se charge des changements dans les fichiers communs (settings.py, etc.)</a:t>
            </a:r>
          </a:p>
          <a:p>
            <a:pPr lvl="1"/>
            <a:r>
              <a:rPr lang="en-FR" dirty="0"/>
              <a:t>Création des branches feature/nom_app, et en fin de chaque journée : </a:t>
            </a:r>
          </a:p>
          <a:p>
            <a:pPr marL="457200" lvl="1" indent="0">
              <a:buNone/>
            </a:pPr>
            <a:r>
              <a:rPr lang="en-GB" dirty="0"/>
              <a:t>	git checkout main</a:t>
            </a:r>
          </a:p>
          <a:p>
            <a:pPr marL="457200" lvl="1" indent="0">
              <a:buNone/>
            </a:pPr>
            <a:r>
              <a:rPr lang="en-GB" dirty="0"/>
              <a:t>	git pull origin main</a:t>
            </a:r>
          </a:p>
          <a:p>
            <a:pPr marL="457200" lvl="1" indent="0">
              <a:buNone/>
            </a:pPr>
            <a:r>
              <a:rPr lang="en-GB" dirty="0"/>
              <a:t>	git checkout feature/accounts</a:t>
            </a:r>
          </a:p>
          <a:p>
            <a:pPr marL="457200" lvl="1" indent="0">
              <a:buNone/>
            </a:pPr>
            <a:r>
              <a:rPr lang="en-GB" dirty="0"/>
              <a:t>	git rebase main</a:t>
            </a:r>
          </a:p>
          <a:p>
            <a:pPr marL="457200" lvl="1" indent="0">
              <a:buNone/>
            </a:pPr>
            <a:r>
              <a:rPr lang="en-GB" dirty="0"/>
              <a:t>	git push -f origin feature/accounts</a:t>
            </a:r>
          </a:p>
          <a:p>
            <a:pPr marL="457200" lvl="1" indent="0">
              <a:buNone/>
            </a:pPr>
            <a:r>
              <a:rPr lang="en-FR" dirty="0"/>
              <a:t>	puis </a:t>
            </a:r>
          </a:p>
        </p:txBody>
      </p:sp>
    </p:spTree>
    <p:extLst>
      <p:ext uri="{BB962C8B-B14F-4D97-AF65-F5344CB8AC3E}">
        <p14:creationId xmlns:p14="http://schemas.microsoft.com/office/powerpoint/2010/main" val="731292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076A-48D0-FE39-C081-D65F2B835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7838"/>
            <a:ext cx="10131425" cy="1456267"/>
          </a:xfrm>
        </p:spPr>
        <p:txBody>
          <a:bodyPr/>
          <a:lstStyle/>
          <a:p>
            <a:r>
              <a:rPr lang="en-FR" dirty="0"/>
              <a:t>WEEK 1 – Sprint 0 – Analyse du problème	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AD14E-0DD4-126E-2E6C-82A7940F2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03159"/>
            <a:ext cx="10131425" cy="5414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Objectif </a:t>
            </a:r>
          </a:p>
          <a:p>
            <a:pPr marL="0" indent="0">
              <a:buNone/>
            </a:pPr>
            <a:r>
              <a:rPr lang="en-GB" dirty="0" err="1"/>
              <a:t>Permettre</a:t>
            </a:r>
            <a:r>
              <a:rPr lang="en-GB" dirty="0"/>
              <a:t> aux habitants de Paris </a:t>
            </a:r>
            <a:r>
              <a:rPr lang="en-GB" dirty="0" err="1"/>
              <a:t>Saclay</a:t>
            </a:r>
            <a:r>
              <a:rPr lang="en-GB" dirty="0"/>
              <a:t> </a:t>
            </a:r>
            <a:r>
              <a:rPr lang="en-GB" dirty="0" err="1"/>
              <a:t>d'acheter</a:t>
            </a:r>
            <a:r>
              <a:rPr lang="en-GB" dirty="0"/>
              <a:t> des </a:t>
            </a:r>
            <a:r>
              <a:rPr lang="en-GB" dirty="0" err="1"/>
              <a:t>produits</a:t>
            </a:r>
            <a:r>
              <a:rPr lang="en-GB" dirty="0"/>
              <a:t> frais et </a:t>
            </a:r>
            <a:r>
              <a:rPr lang="en-GB" dirty="0" err="1"/>
              <a:t>locaux</a:t>
            </a:r>
            <a:r>
              <a:rPr lang="en-GB" dirty="0"/>
              <a:t> </a:t>
            </a:r>
            <a:r>
              <a:rPr lang="en-GB" dirty="0" err="1"/>
              <a:t>directement</a:t>
            </a:r>
            <a:r>
              <a:rPr lang="en-GB" dirty="0"/>
              <a:t> </a:t>
            </a:r>
            <a:r>
              <a:rPr lang="en-GB" dirty="0" err="1"/>
              <a:t>auprès</a:t>
            </a:r>
            <a:r>
              <a:rPr lang="en-GB" dirty="0"/>
              <a:t> des </a:t>
            </a:r>
            <a:r>
              <a:rPr lang="en-GB" dirty="0" err="1"/>
              <a:t>producteurs</a:t>
            </a:r>
            <a:r>
              <a:rPr lang="en-GB" dirty="0"/>
              <a:t> de la </a:t>
            </a:r>
            <a:r>
              <a:rPr lang="en-GB" dirty="0" err="1"/>
              <a:t>région</a:t>
            </a:r>
            <a:r>
              <a:rPr lang="en-GB" dirty="0"/>
              <a:t>,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favorisant</a:t>
            </a:r>
            <a:r>
              <a:rPr lang="en-GB" dirty="0"/>
              <a:t> les circuits courts et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soutenant</a:t>
            </a:r>
            <a:r>
              <a:rPr lang="en-GB" dirty="0"/>
              <a:t> </a:t>
            </a:r>
            <a:r>
              <a:rPr lang="en-GB" dirty="0" err="1"/>
              <a:t>l'économie</a:t>
            </a:r>
            <a:r>
              <a:rPr lang="en-GB" dirty="0"/>
              <a:t> locale.</a:t>
            </a:r>
          </a:p>
          <a:p>
            <a:pPr marL="0" indent="0">
              <a:buNone/>
            </a:pPr>
            <a:r>
              <a:rPr lang="en-GB" b="1" dirty="0"/>
              <a:t>MVP (Minimum Viable Product)</a:t>
            </a:r>
          </a:p>
          <a:p>
            <a:pPr>
              <a:buFontTx/>
              <a:buChar char="-"/>
            </a:pPr>
            <a:r>
              <a:rPr lang="en-GB" dirty="0"/>
              <a:t>Page </a:t>
            </a:r>
            <a:r>
              <a:rPr lang="en-GB" dirty="0" err="1"/>
              <a:t>d'accueil</a:t>
            </a:r>
            <a:r>
              <a:rPr lang="en-GB" dirty="0"/>
              <a:t> : </a:t>
            </a:r>
            <a:r>
              <a:rPr lang="en-GB" dirty="0" err="1"/>
              <a:t>Présentation</a:t>
            </a:r>
            <a:r>
              <a:rPr lang="en-GB" dirty="0"/>
              <a:t> de la </a:t>
            </a:r>
            <a:r>
              <a:rPr lang="en-GB" dirty="0" err="1"/>
              <a:t>plateforme</a:t>
            </a:r>
            <a:r>
              <a:rPr lang="en-GB" dirty="0"/>
              <a:t> avec mise </a:t>
            </a:r>
            <a:r>
              <a:rPr lang="en-GB" dirty="0" err="1"/>
              <a:t>en</a:t>
            </a:r>
            <a:r>
              <a:rPr lang="en-GB" dirty="0"/>
              <a:t> avant des </a:t>
            </a:r>
            <a:r>
              <a:rPr lang="en-GB" dirty="0" err="1"/>
              <a:t>produits</a:t>
            </a:r>
            <a:r>
              <a:rPr lang="en-GB" dirty="0"/>
              <a:t> phares et des </a:t>
            </a:r>
            <a:r>
              <a:rPr lang="en-GB" dirty="0" err="1"/>
              <a:t>valeurs</a:t>
            </a:r>
            <a:r>
              <a:rPr lang="en-GB" dirty="0"/>
              <a:t> (local, </a:t>
            </a:r>
            <a:r>
              <a:rPr lang="en-GB" dirty="0" err="1"/>
              <a:t>qualité</a:t>
            </a:r>
            <a:r>
              <a:rPr lang="en-GB" dirty="0"/>
              <a:t>, </a:t>
            </a:r>
            <a:r>
              <a:rPr lang="en-GB" dirty="0" err="1"/>
              <a:t>transparence</a:t>
            </a:r>
            <a:r>
              <a:rPr lang="en-GB" dirty="0"/>
              <a:t>) </a:t>
            </a:r>
          </a:p>
          <a:p>
            <a:pPr>
              <a:buFontTx/>
              <a:buChar char="-"/>
            </a:pPr>
            <a:r>
              <a:rPr lang="en-GB" dirty="0"/>
              <a:t> Catalogue de </a:t>
            </a:r>
            <a:r>
              <a:rPr lang="en-GB" dirty="0" err="1"/>
              <a:t>produits</a:t>
            </a:r>
            <a:r>
              <a:rPr lang="en-GB" dirty="0"/>
              <a:t> : </a:t>
            </a:r>
            <a:r>
              <a:rPr lang="en-GB" dirty="0" err="1"/>
              <a:t>Liste</a:t>
            </a:r>
            <a:r>
              <a:rPr lang="en-GB" dirty="0"/>
              <a:t> des </a:t>
            </a:r>
            <a:r>
              <a:rPr lang="en-GB" dirty="0" err="1"/>
              <a:t>produits</a:t>
            </a:r>
            <a:r>
              <a:rPr lang="en-GB" dirty="0"/>
              <a:t> </a:t>
            </a:r>
            <a:r>
              <a:rPr lang="en-GB" dirty="0" err="1"/>
              <a:t>disponibles</a:t>
            </a:r>
            <a:r>
              <a:rPr lang="en-GB" dirty="0"/>
              <a:t> avec </a:t>
            </a:r>
            <a:r>
              <a:rPr lang="en-GB" dirty="0" err="1"/>
              <a:t>filtres</a:t>
            </a:r>
            <a:r>
              <a:rPr lang="en-GB" dirty="0"/>
              <a:t> (</a:t>
            </a:r>
            <a:r>
              <a:rPr lang="en-GB" dirty="0" err="1"/>
              <a:t>producteur</a:t>
            </a:r>
            <a:r>
              <a:rPr lang="en-GB" dirty="0"/>
              <a:t>, </a:t>
            </a:r>
            <a:r>
              <a:rPr lang="en-GB" dirty="0" err="1"/>
              <a:t>catégorie</a:t>
            </a:r>
            <a:r>
              <a:rPr lang="en-GB" dirty="0"/>
              <a:t>) et recherche </a:t>
            </a:r>
          </a:p>
          <a:p>
            <a:pPr>
              <a:buFontTx/>
              <a:buChar char="-"/>
            </a:pPr>
            <a:r>
              <a:rPr lang="en-GB" dirty="0"/>
              <a:t>Fiches </a:t>
            </a:r>
            <a:r>
              <a:rPr lang="en-GB" dirty="0" err="1"/>
              <a:t>produits</a:t>
            </a:r>
            <a:r>
              <a:rPr lang="en-GB" dirty="0"/>
              <a:t> : </a:t>
            </a:r>
            <a:r>
              <a:rPr lang="en-GB" dirty="0" err="1"/>
              <a:t>Détails</a:t>
            </a:r>
            <a:r>
              <a:rPr lang="en-GB" dirty="0"/>
              <a:t> </a:t>
            </a:r>
            <a:r>
              <a:rPr lang="en-GB" dirty="0" err="1"/>
              <a:t>complets</a:t>
            </a:r>
            <a:r>
              <a:rPr lang="en-GB" dirty="0"/>
              <a:t> (nom, prix, stock, </a:t>
            </a:r>
            <a:r>
              <a:rPr lang="en-GB" dirty="0" err="1"/>
              <a:t>producteur</a:t>
            </a:r>
            <a:r>
              <a:rPr lang="en-GB" dirty="0"/>
              <a:t>, description) </a:t>
            </a:r>
          </a:p>
          <a:p>
            <a:pPr>
              <a:buFontTx/>
              <a:buChar char="-"/>
            </a:pPr>
            <a:r>
              <a:rPr lang="en-GB" dirty="0" err="1"/>
              <a:t>Annuaire</a:t>
            </a:r>
            <a:r>
              <a:rPr lang="en-GB" dirty="0"/>
              <a:t> des </a:t>
            </a:r>
            <a:r>
              <a:rPr lang="en-GB" dirty="0" err="1"/>
              <a:t>producteurs</a:t>
            </a:r>
            <a:r>
              <a:rPr lang="en-GB" dirty="0"/>
              <a:t> : </a:t>
            </a:r>
            <a:r>
              <a:rPr lang="en-GB" dirty="0" err="1"/>
              <a:t>Liste</a:t>
            </a:r>
            <a:r>
              <a:rPr lang="en-GB" dirty="0"/>
              <a:t> des </a:t>
            </a:r>
            <a:r>
              <a:rPr lang="en-GB" dirty="0" err="1"/>
              <a:t>producteurs</a:t>
            </a:r>
            <a:r>
              <a:rPr lang="en-GB" dirty="0"/>
              <a:t> </a:t>
            </a:r>
            <a:r>
              <a:rPr lang="en-GB" dirty="0" err="1"/>
              <a:t>partenaires</a:t>
            </a:r>
            <a:r>
              <a:rPr lang="en-GB" dirty="0"/>
              <a:t> avec </a:t>
            </a:r>
            <a:r>
              <a:rPr lang="en-GB" dirty="0" err="1"/>
              <a:t>leurs</a:t>
            </a:r>
            <a:r>
              <a:rPr lang="en-GB" dirty="0"/>
              <a:t> </a:t>
            </a:r>
            <a:r>
              <a:rPr lang="en-GB" dirty="0" err="1"/>
              <a:t>informations</a:t>
            </a:r>
            <a:endParaRPr lang="en-GB" dirty="0"/>
          </a:p>
          <a:p>
            <a:pPr>
              <a:buFontTx/>
              <a:buChar char="-"/>
            </a:pPr>
            <a:r>
              <a:rPr lang="en-GB" dirty="0"/>
              <a:t>Fiches </a:t>
            </a:r>
            <a:r>
              <a:rPr lang="en-GB" dirty="0" err="1"/>
              <a:t>producteurs</a:t>
            </a:r>
            <a:r>
              <a:rPr lang="en-GB" dirty="0"/>
              <a:t> : </a:t>
            </a:r>
            <a:r>
              <a:rPr lang="en-GB" dirty="0" err="1"/>
              <a:t>Profil</a:t>
            </a:r>
            <a:r>
              <a:rPr lang="en-GB" dirty="0"/>
              <a:t> </a:t>
            </a:r>
            <a:r>
              <a:rPr lang="en-GB" dirty="0" err="1"/>
              <a:t>détaillé</a:t>
            </a:r>
            <a:r>
              <a:rPr lang="en-GB" dirty="0"/>
              <a:t> de </a:t>
            </a:r>
            <a:r>
              <a:rPr lang="en-GB" dirty="0" err="1"/>
              <a:t>chaque</a:t>
            </a:r>
            <a:r>
              <a:rPr lang="en-GB" dirty="0"/>
              <a:t> </a:t>
            </a:r>
            <a:r>
              <a:rPr lang="en-GB" dirty="0" err="1"/>
              <a:t>producteur</a:t>
            </a:r>
            <a:r>
              <a:rPr lang="en-GB" dirty="0"/>
              <a:t> avec </a:t>
            </a:r>
            <a:r>
              <a:rPr lang="en-GB" dirty="0" err="1"/>
              <a:t>ses</a:t>
            </a:r>
            <a:r>
              <a:rPr lang="en-GB" dirty="0"/>
              <a:t> </a:t>
            </a:r>
            <a:r>
              <a:rPr lang="en-GB" dirty="0" err="1"/>
              <a:t>produits</a:t>
            </a:r>
            <a:endParaRPr lang="en-GB" dirty="0"/>
          </a:p>
          <a:p>
            <a:pPr>
              <a:buFontTx/>
              <a:buChar char="-"/>
            </a:pPr>
            <a:r>
              <a:rPr lang="en-GB" dirty="0"/>
              <a:t>Panier </a:t>
            </a:r>
            <a:r>
              <a:rPr lang="en-GB" dirty="0" err="1"/>
              <a:t>d'achat</a:t>
            </a:r>
            <a:r>
              <a:rPr lang="en-GB" dirty="0"/>
              <a:t> : Gestion du panier (</a:t>
            </a:r>
            <a:r>
              <a:rPr lang="en-GB" dirty="0" err="1"/>
              <a:t>ajout</a:t>
            </a:r>
            <a:r>
              <a:rPr lang="en-GB" dirty="0"/>
              <a:t>, modification, suppression de </a:t>
            </a:r>
            <a:r>
              <a:rPr lang="en-GB" dirty="0" err="1"/>
              <a:t>produits</a:t>
            </a:r>
            <a:r>
              <a:rPr lang="en-GB" dirty="0"/>
              <a:t>)</a:t>
            </a:r>
          </a:p>
          <a:p>
            <a:pPr>
              <a:buFontTx/>
              <a:buChar char="-"/>
            </a:pPr>
            <a:r>
              <a:rPr lang="en-GB" dirty="0"/>
              <a:t>Page À </a:t>
            </a:r>
            <a:r>
              <a:rPr lang="en-GB" dirty="0" err="1"/>
              <a:t>propos</a:t>
            </a:r>
            <a:r>
              <a:rPr lang="en-GB" dirty="0"/>
              <a:t> : </a:t>
            </a:r>
            <a:r>
              <a:rPr lang="en-GB" dirty="0" err="1"/>
              <a:t>Présentation</a:t>
            </a:r>
            <a:r>
              <a:rPr lang="en-GB" dirty="0"/>
              <a:t> de la mission, </a:t>
            </a:r>
            <a:r>
              <a:rPr lang="en-GB" dirty="0" err="1"/>
              <a:t>valeurs</a:t>
            </a:r>
            <a:r>
              <a:rPr lang="en-GB" dirty="0"/>
              <a:t> et histoire du Comptoir Local </a:t>
            </a:r>
          </a:p>
          <a:p>
            <a:pPr>
              <a:buFontTx/>
              <a:buChar char="-"/>
            </a:pPr>
            <a:r>
              <a:rPr lang="en-GB" dirty="0"/>
              <a:t>Recherche : </a:t>
            </a:r>
            <a:r>
              <a:rPr lang="en-GB" dirty="0" err="1"/>
              <a:t>Moteur</a:t>
            </a:r>
            <a:r>
              <a:rPr lang="en-GB" dirty="0"/>
              <a:t> de recherche pour </a:t>
            </a:r>
            <a:r>
              <a:rPr lang="en-GB" dirty="0" err="1"/>
              <a:t>trouver</a:t>
            </a:r>
            <a:r>
              <a:rPr lang="en-GB" dirty="0"/>
              <a:t> des </a:t>
            </a:r>
            <a:r>
              <a:rPr lang="en-GB" dirty="0" err="1"/>
              <a:t>produits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producteurs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00965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FBD6-E37D-77C1-1118-370F62DC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384F-92AC-1AE2-2CB1-FA4CECF9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41" y="119870"/>
            <a:ext cx="11947359" cy="1456267"/>
          </a:xfrm>
        </p:spPr>
        <p:txBody>
          <a:bodyPr/>
          <a:lstStyle/>
          <a:p>
            <a:r>
              <a:rPr lang="en-FR" dirty="0"/>
              <a:t>WEEK 1 – Sprint 0 – </a:t>
            </a:r>
            <a:r>
              <a:rPr lang="en-GB" b="1" dirty="0" err="1"/>
              <a:t>Réflexion</a:t>
            </a:r>
            <a:r>
              <a:rPr lang="en-GB" b="1" dirty="0"/>
              <a:t> </a:t>
            </a:r>
            <a:r>
              <a:rPr lang="en-GB" b="1" dirty="0" err="1"/>
              <a:t>autour</a:t>
            </a:r>
            <a:r>
              <a:rPr lang="en-GB" b="1" dirty="0"/>
              <a:t> de la conception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17589-5972-5413-30C9-F96B4D113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15189"/>
            <a:ext cx="11032957" cy="5402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err="1"/>
              <a:t>Langage</a:t>
            </a:r>
            <a:r>
              <a:rPr lang="en-GB" b="1" dirty="0"/>
              <a:t> </a:t>
            </a:r>
            <a:r>
              <a:rPr lang="en-GB" b="1" dirty="0" err="1"/>
              <a:t>commun</a:t>
            </a:r>
            <a:r>
              <a:rPr lang="en-GB" b="1" dirty="0"/>
              <a:t> (Ubiquitous Language)</a:t>
            </a:r>
            <a:endParaRPr lang="en-GB" dirty="0"/>
          </a:p>
          <a:p>
            <a:r>
              <a:rPr lang="en-GB" dirty="0"/>
              <a:t> </a:t>
            </a:r>
            <a:r>
              <a:rPr lang="en-GB" b="1" dirty="0" err="1"/>
              <a:t>Produit</a:t>
            </a:r>
            <a:r>
              <a:rPr lang="en-GB" b="1" dirty="0"/>
              <a:t> (Product)</a:t>
            </a:r>
            <a:r>
              <a:rPr lang="en-GB" dirty="0"/>
              <a:t> : Article </a:t>
            </a:r>
            <a:r>
              <a:rPr lang="en-GB" dirty="0" err="1"/>
              <a:t>vendu</a:t>
            </a:r>
            <a:r>
              <a:rPr lang="en-GB" dirty="0"/>
              <a:t> sur la </a:t>
            </a:r>
            <a:r>
              <a:rPr lang="en-GB" dirty="0" err="1"/>
              <a:t>plateforme</a:t>
            </a:r>
            <a:r>
              <a:rPr lang="en-GB" dirty="0"/>
              <a:t> (nom, prix, stock, description)</a:t>
            </a:r>
          </a:p>
          <a:p>
            <a:r>
              <a:rPr lang="en-GB" dirty="0"/>
              <a:t> </a:t>
            </a:r>
            <a:r>
              <a:rPr lang="en-GB" b="1" dirty="0" err="1"/>
              <a:t>Producteur</a:t>
            </a:r>
            <a:r>
              <a:rPr lang="en-GB" b="1" dirty="0"/>
              <a:t> (Producer)</a:t>
            </a:r>
            <a:r>
              <a:rPr lang="en-GB" dirty="0"/>
              <a:t> : Artisan/</a:t>
            </a:r>
            <a:r>
              <a:rPr lang="en-GB" dirty="0" err="1"/>
              <a:t>fermier</a:t>
            </a:r>
            <a:r>
              <a:rPr lang="en-GB" dirty="0"/>
              <a:t> proposant des </a:t>
            </a:r>
            <a:r>
              <a:rPr lang="en-GB" dirty="0" err="1"/>
              <a:t>produits</a:t>
            </a:r>
            <a:r>
              <a:rPr lang="en-GB" dirty="0"/>
              <a:t> (nom, email, </a:t>
            </a:r>
            <a:r>
              <a:rPr lang="en-GB" dirty="0" err="1"/>
              <a:t>adresse</a:t>
            </a:r>
            <a:r>
              <a:rPr lang="en-GB" dirty="0"/>
              <a:t>)</a:t>
            </a:r>
          </a:p>
          <a:p>
            <a:r>
              <a:rPr lang="en-GB" b="1" dirty="0"/>
              <a:t>Panier (Cart)</a:t>
            </a:r>
            <a:r>
              <a:rPr lang="en-GB" dirty="0"/>
              <a:t> : Collection </a:t>
            </a:r>
            <a:r>
              <a:rPr lang="en-GB" dirty="0" err="1"/>
              <a:t>temporaire</a:t>
            </a:r>
            <a:r>
              <a:rPr lang="en-GB" dirty="0"/>
              <a:t> de </a:t>
            </a:r>
            <a:r>
              <a:rPr lang="en-GB" dirty="0" err="1"/>
              <a:t>produits</a:t>
            </a:r>
            <a:r>
              <a:rPr lang="en-GB" dirty="0"/>
              <a:t> </a:t>
            </a:r>
            <a:r>
              <a:rPr lang="en-GB" dirty="0" err="1"/>
              <a:t>sélectionnés</a:t>
            </a:r>
            <a:r>
              <a:rPr lang="en-GB" dirty="0"/>
              <a:t> par un </a:t>
            </a:r>
            <a:r>
              <a:rPr lang="en-GB" dirty="0" err="1"/>
              <a:t>visiteur</a:t>
            </a:r>
            <a:endParaRPr lang="en-GB" dirty="0"/>
          </a:p>
          <a:p>
            <a:r>
              <a:rPr lang="en-GB" b="1" dirty="0"/>
              <a:t>Stock</a:t>
            </a:r>
            <a:r>
              <a:rPr lang="en-GB" dirty="0"/>
              <a:t> : </a:t>
            </a:r>
            <a:r>
              <a:rPr lang="en-GB" dirty="0" err="1"/>
              <a:t>Quantité</a:t>
            </a:r>
            <a:r>
              <a:rPr lang="en-GB" dirty="0"/>
              <a:t> disponible d'un </a:t>
            </a:r>
            <a:r>
              <a:rPr lang="en-GB" dirty="0" err="1"/>
              <a:t>produit</a:t>
            </a:r>
            <a:endParaRPr lang="en-GB" dirty="0"/>
          </a:p>
          <a:p>
            <a:r>
              <a:rPr lang="en-GB" b="1" dirty="0"/>
              <a:t>Prix </a:t>
            </a:r>
            <a:r>
              <a:rPr lang="en-GB" dirty="0"/>
              <a:t>: </a:t>
            </a:r>
            <a:r>
              <a:rPr lang="en-GB" dirty="0" err="1"/>
              <a:t>Montant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euros pour un </a:t>
            </a:r>
            <a:r>
              <a:rPr lang="en-GB" dirty="0" err="1"/>
              <a:t>produit</a:t>
            </a:r>
            <a:endParaRPr lang="en-GB" dirty="0"/>
          </a:p>
          <a:p>
            <a:r>
              <a:rPr lang="en-GB" b="1" dirty="0"/>
              <a:t>Circuit court</a:t>
            </a:r>
            <a:r>
              <a:rPr lang="en-GB" dirty="0"/>
              <a:t> : Vente </a:t>
            </a:r>
            <a:r>
              <a:rPr lang="en-GB" dirty="0" err="1"/>
              <a:t>directe</a:t>
            </a:r>
            <a:r>
              <a:rPr lang="en-GB" dirty="0"/>
              <a:t> </a:t>
            </a:r>
            <a:r>
              <a:rPr lang="en-GB" dirty="0" err="1"/>
              <a:t>producteur</a:t>
            </a:r>
            <a:r>
              <a:rPr lang="en-GB" dirty="0"/>
              <a:t> → </a:t>
            </a:r>
            <a:r>
              <a:rPr lang="en-GB" dirty="0" err="1"/>
              <a:t>consommateur</a:t>
            </a:r>
            <a:r>
              <a:rPr lang="en-GB" dirty="0"/>
              <a:t> avec un minimum </a:t>
            </a:r>
            <a:r>
              <a:rPr lang="en-GB" dirty="0" err="1"/>
              <a:t>d'intermédiaires</a:t>
            </a:r>
            <a:endParaRPr lang="en-GB" dirty="0"/>
          </a:p>
          <a:p>
            <a:r>
              <a:rPr lang="en-GB" b="1" dirty="0" err="1"/>
              <a:t>Produit</a:t>
            </a:r>
            <a:r>
              <a:rPr lang="en-GB" b="1" dirty="0"/>
              <a:t> local</a:t>
            </a:r>
            <a:r>
              <a:rPr lang="en-GB" dirty="0"/>
              <a:t> : </a:t>
            </a:r>
            <a:r>
              <a:rPr lang="en-GB" dirty="0" err="1"/>
              <a:t>Produit</a:t>
            </a:r>
            <a:r>
              <a:rPr lang="en-GB" dirty="0"/>
              <a:t> </a:t>
            </a:r>
            <a:r>
              <a:rPr lang="en-GB" dirty="0" err="1"/>
              <a:t>issu</a:t>
            </a:r>
            <a:r>
              <a:rPr lang="en-GB" dirty="0"/>
              <a:t> de la </a:t>
            </a:r>
            <a:r>
              <a:rPr lang="en-GB" dirty="0" err="1"/>
              <a:t>région</a:t>
            </a:r>
            <a:r>
              <a:rPr lang="en-GB" dirty="0"/>
              <a:t> </a:t>
            </a:r>
            <a:r>
              <a:rPr lang="en-GB" dirty="0" err="1"/>
              <a:t>parisienne</a:t>
            </a:r>
            <a:r>
              <a:rPr lang="en-GB" dirty="0"/>
              <a:t>/Île-de-France</a:t>
            </a:r>
          </a:p>
        </p:txBody>
      </p:sp>
    </p:spTree>
    <p:extLst>
      <p:ext uri="{BB962C8B-B14F-4D97-AF65-F5344CB8AC3E}">
        <p14:creationId xmlns:p14="http://schemas.microsoft.com/office/powerpoint/2010/main" val="268794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19741-50E6-30E1-8148-0FDBC4F11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9BDF-B997-7C44-C0E9-53EF7409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41" y="119870"/>
            <a:ext cx="11947359" cy="1456267"/>
          </a:xfrm>
        </p:spPr>
        <p:txBody>
          <a:bodyPr/>
          <a:lstStyle/>
          <a:p>
            <a:r>
              <a:rPr lang="en-FR" dirty="0"/>
              <a:t>WEEK 1 – Sprint 0 – </a:t>
            </a:r>
            <a:r>
              <a:rPr lang="en-GB" b="1" dirty="0" err="1"/>
              <a:t>Réflexion</a:t>
            </a:r>
            <a:r>
              <a:rPr lang="en-GB" b="1" dirty="0"/>
              <a:t> </a:t>
            </a:r>
            <a:r>
              <a:rPr lang="en-GB" b="1" dirty="0" err="1"/>
              <a:t>autour</a:t>
            </a:r>
            <a:r>
              <a:rPr lang="en-GB" b="1" dirty="0"/>
              <a:t> de la conception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79157-AC5E-7D76-3CC9-C6279AF01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35" y="1094874"/>
            <a:ext cx="6545179" cy="494497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User Stories </a:t>
            </a:r>
          </a:p>
          <a:p>
            <a:pPr marL="0" indent="0">
              <a:buNone/>
            </a:pPr>
            <a:r>
              <a:rPr lang="en-GB" dirty="0"/>
              <a:t>Navigation &amp; </a:t>
            </a:r>
            <a:r>
              <a:rPr lang="en-GB" dirty="0" err="1"/>
              <a:t>Découverte</a:t>
            </a:r>
            <a:endParaRPr lang="en-GB" dirty="0"/>
          </a:p>
          <a:p>
            <a:pPr>
              <a:buFontTx/>
              <a:buChar char="-"/>
            </a:pPr>
            <a:r>
              <a:rPr lang="en-GB" dirty="0"/>
              <a:t> 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voir la page </a:t>
            </a:r>
            <a:r>
              <a:rPr lang="en-GB" dirty="0" err="1"/>
              <a:t>d'accueil</a:t>
            </a:r>
            <a:r>
              <a:rPr lang="en-GB" dirty="0"/>
              <a:t> avec les </a:t>
            </a:r>
            <a:r>
              <a:rPr lang="en-GB" dirty="0" err="1"/>
              <a:t>produits</a:t>
            </a:r>
            <a:r>
              <a:rPr lang="en-GB" dirty="0"/>
              <a:t> phares </a:t>
            </a:r>
          </a:p>
          <a:p>
            <a:pPr>
              <a:buFontTx/>
              <a:buChar char="-"/>
            </a:pPr>
            <a:r>
              <a:rPr lang="en-GB" dirty="0"/>
              <a:t> 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</a:t>
            </a:r>
            <a:r>
              <a:rPr lang="en-GB" dirty="0" err="1"/>
              <a:t>parcourir</a:t>
            </a:r>
            <a:r>
              <a:rPr lang="en-GB" dirty="0"/>
              <a:t> le catalogue </a:t>
            </a:r>
            <a:r>
              <a:rPr lang="en-GB" dirty="0" err="1"/>
              <a:t>complet</a:t>
            </a:r>
            <a:r>
              <a:rPr lang="en-GB" dirty="0"/>
              <a:t> des </a:t>
            </a:r>
            <a:r>
              <a:rPr lang="en-GB" dirty="0" err="1"/>
              <a:t>produits</a:t>
            </a:r>
            <a:r>
              <a:rPr lang="en-GB" dirty="0"/>
              <a:t> </a:t>
            </a:r>
          </a:p>
          <a:p>
            <a:pPr>
              <a:buFontTx/>
              <a:buChar char="-"/>
            </a:pPr>
            <a:r>
              <a:rPr lang="en-GB" dirty="0"/>
              <a:t> 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</a:t>
            </a:r>
            <a:r>
              <a:rPr lang="en-GB" dirty="0" err="1"/>
              <a:t>filtrer</a:t>
            </a:r>
            <a:r>
              <a:rPr lang="en-GB" dirty="0"/>
              <a:t> les </a:t>
            </a:r>
            <a:r>
              <a:rPr lang="en-GB" dirty="0" err="1"/>
              <a:t>produits</a:t>
            </a:r>
            <a:r>
              <a:rPr lang="en-GB" dirty="0"/>
              <a:t> par </a:t>
            </a:r>
            <a:r>
              <a:rPr lang="en-GB" dirty="0" err="1"/>
              <a:t>producteur</a:t>
            </a:r>
            <a:r>
              <a:rPr lang="en-GB" dirty="0"/>
              <a:t> </a:t>
            </a:r>
          </a:p>
          <a:p>
            <a:pPr>
              <a:buFontTx/>
              <a:buChar char="-"/>
            </a:pPr>
            <a:r>
              <a:rPr lang="en-GB" dirty="0"/>
              <a:t> 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</a:t>
            </a:r>
            <a:r>
              <a:rPr lang="en-GB" dirty="0" err="1"/>
              <a:t>rechercher</a:t>
            </a:r>
            <a:r>
              <a:rPr lang="en-GB" dirty="0"/>
              <a:t> un </a:t>
            </a:r>
            <a:r>
              <a:rPr lang="en-GB" dirty="0" err="1"/>
              <a:t>produit</a:t>
            </a:r>
            <a:r>
              <a:rPr lang="en-GB" dirty="0"/>
              <a:t> par nom </a:t>
            </a:r>
          </a:p>
          <a:p>
            <a:pPr>
              <a:buFontTx/>
              <a:buChar char="-"/>
            </a:pPr>
            <a:r>
              <a:rPr lang="en-GB" dirty="0"/>
              <a:t> 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</a:t>
            </a:r>
            <a:r>
              <a:rPr lang="en-GB" dirty="0" err="1"/>
              <a:t>rechercher</a:t>
            </a:r>
            <a:r>
              <a:rPr lang="en-GB" dirty="0"/>
              <a:t> un </a:t>
            </a:r>
            <a:r>
              <a:rPr lang="en-GB" dirty="0" err="1"/>
              <a:t>producteur</a:t>
            </a:r>
            <a:r>
              <a:rPr lang="en-GB" dirty="0"/>
              <a:t> par nom#</a:t>
            </a:r>
          </a:p>
          <a:p>
            <a:pPr marL="0" indent="0">
              <a:buNone/>
            </a:pPr>
            <a:r>
              <a:rPr lang="en-GB" dirty="0" err="1"/>
              <a:t>Produits</a:t>
            </a:r>
            <a:endParaRPr lang="en-GB" dirty="0"/>
          </a:p>
          <a:p>
            <a:pPr>
              <a:buFontTx/>
              <a:buChar char="-"/>
            </a:pPr>
            <a:r>
              <a:rPr lang="en-GB" dirty="0"/>
              <a:t> 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voir les </a:t>
            </a:r>
            <a:r>
              <a:rPr lang="en-GB" dirty="0" err="1"/>
              <a:t>détails</a:t>
            </a:r>
            <a:r>
              <a:rPr lang="en-GB" dirty="0"/>
              <a:t> d'un </a:t>
            </a:r>
            <a:r>
              <a:rPr lang="en-GB" dirty="0" err="1"/>
              <a:t>produit</a:t>
            </a:r>
            <a:r>
              <a:rPr lang="en-GB" dirty="0"/>
              <a:t> (nom, prix, stock, </a:t>
            </a:r>
            <a:r>
              <a:rPr lang="en-GB" dirty="0" err="1"/>
              <a:t>producteur</a:t>
            </a:r>
            <a:r>
              <a:rPr lang="en-GB" dirty="0"/>
              <a:t>) </a:t>
            </a:r>
          </a:p>
          <a:p>
            <a:pPr>
              <a:buFontTx/>
              <a:buChar char="-"/>
            </a:pPr>
            <a:r>
              <a:rPr lang="en-GB" dirty="0"/>
              <a:t> 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voir </a:t>
            </a:r>
            <a:r>
              <a:rPr lang="en-GB" dirty="0" err="1"/>
              <a:t>si</a:t>
            </a:r>
            <a:r>
              <a:rPr lang="en-GB" dirty="0"/>
              <a:t> un </a:t>
            </a:r>
            <a:r>
              <a:rPr lang="en-GB" dirty="0" err="1"/>
              <a:t>produit</a:t>
            </a:r>
            <a:r>
              <a:rPr lang="en-GB" dirty="0"/>
              <a:t> est </a:t>
            </a:r>
            <a:r>
              <a:rPr lang="en-GB" dirty="0" err="1"/>
              <a:t>en</a:t>
            </a:r>
            <a:r>
              <a:rPr lang="en-GB" dirty="0"/>
              <a:t> stock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rupture </a:t>
            </a:r>
          </a:p>
          <a:p>
            <a:pPr>
              <a:buFontTx/>
              <a:buChar char="-"/>
            </a:pPr>
            <a:r>
              <a:rPr lang="en-GB" dirty="0"/>
              <a:t> 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voir les </a:t>
            </a:r>
            <a:r>
              <a:rPr lang="en-GB" dirty="0" err="1"/>
              <a:t>produits</a:t>
            </a:r>
            <a:r>
              <a:rPr lang="en-GB" dirty="0"/>
              <a:t> </a:t>
            </a:r>
            <a:r>
              <a:rPr lang="en-GB" dirty="0" err="1"/>
              <a:t>similaires</a:t>
            </a:r>
            <a:r>
              <a:rPr lang="en-GB" dirty="0"/>
              <a:t> du </a:t>
            </a:r>
            <a:r>
              <a:rPr lang="en-GB" dirty="0" err="1"/>
              <a:t>même</a:t>
            </a:r>
            <a:r>
              <a:rPr lang="en-GB" dirty="0"/>
              <a:t> </a:t>
            </a:r>
            <a:r>
              <a:rPr lang="en-GB" dirty="0" err="1"/>
              <a:t>producteur</a:t>
            </a:r>
            <a:r>
              <a:rPr lang="en-GB" dirty="0"/>
              <a:t> </a:t>
            </a:r>
          </a:p>
          <a:p>
            <a:pPr>
              <a:buFontTx/>
              <a:buChar char="-"/>
            </a:pPr>
            <a:r>
              <a:rPr lang="en-GB" dirty="0"/>
              <a:t> 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voir les </a:t>
            </a:r>
            <a:r>
              <a:rPr lang="en-GB" dirty="0" err="1"/>
              <a:t>produits</a:t>
            </a:r>
            <a:r>
              <a:rPr lang="en-GB" dirty="0"/>
              <a:t> par </a:t>
            </a:r>
            <a:r>
              <a:rPr lang="en-GB" dirty="0" err="1"/>
              <a:t>catégorie</a:t>
            </a:r>
            <a:r>
              <a:rPr lang="en-GB" dirty="0"/>
              <a:t> (fruits, </a:t>
            </a:r>
            <a:r>
              <a:rPr lang="en-GB" dirty="0" err="1"/>
              <a:t>légumes</a:t>
            </a:r>
            <a:r>
              <a:rPr lang="en-GB" dirty="0"/>
              <a:t>, </a:t>
            </a:r>
            <a:r>
              <a:rPr lang="en-GB" dirty="0" err="1"/>
              <a:t>laitages</a:t>
            </a:r>
            <a:r>
              <a:rPr lang="en-GB" dirty="0"/>
              <a:t>, etc.)</a:t>
            </a:r>
          </a:p>
          <a:p>
            <a:pPr marL="0" indent="0">
              <a:buNone/>
            </a:pPr>
            <a:r>
              <a:rPr lang="en-GB" dirty="0" err="1"/>
              <a:t>Producteurs</a:t>
            </a:r>
            <a:endParaRPr lang="en-GB" dirty="0"/>
          </a:p>
          <a:p>
            <a:pPr>
              <a:buFontTx/>
              <a:buChar char="-"/>
            </a:pPr>
            <a:r>
              <a:rPr lang="en-GB" dirty="0"/>
              <a:t> 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voir la </a:t>
            </a:r>
            <a:r>
              <a:rPr lang="en-GB" dirty="0" err="1"/>
              <a:t>liste</a:t>
            </a:r>
            <a:r>
              <a:rPr lang="en-GB" dirty="0"/>
              <a:t> de </a:t>
            </a:r>
            <a:r>
              <a:rPr lang="en-GB" dirty="0" err="1"/>
              <a:t>tous</a:t>
            </a:r>
            <a:r>
              <a:rPr lang="en-GB" dirty="0"/>
              <a:t> les </a:t>
            </a:r>
            <a:r>
              <a:rPr lang="en-GB" dirty="0" err="1"/>
              <a:t>producteurs</a:t>
            </a:r>
            <a:endParaRPr lang="en-GB" dirty="0"/>
          </a:p>
          <a:p>
            <a:pPr>
              <a:buFontTx/>
              <a:buChar char="-"/>
            </a:pPr>
            <a:r>
              <a:rPr lang="en-GB" dirty="0"/>
              <a:t>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voir le </a:t>
            </a:r>
            <a:r>
              <a:rPr lang="en-GB" dirty="0" err="1"/>
              <a:t>profil</a:t>
            </a:r>
            <a:r>
              <a:rPr lang="en-GB" dirty="0"/>
              <a:t> d'un </a:t>
            </a:r>
            <a:r>
              <a:rPr lang="en-GB" dirty="0" err="1"/>
              <a:t>producteur</a:t>
            </a:r>
            <a:r>
              <a:rPr lang="en-GB" dirty="0"/>
              <a:t> avec </a:t>
            </a:r>
            <a:r>
              <a:rPr lang="en-GB" dirty="0" err="1"/>
              <a:t>ses</a:t>
            </a:r>
            <a:r>
              <a:rPr lang="en-GB" dirty="0"/>
              <a:t> </a:t>
            </a:r>
            <a:r>
              <a:rPr lang="en-GB" dirty="0" err="1"/>
              <a:t>coordonnées</a:t>
            </a:r>
            <a:r>
              <a:rPr lang="en-GB" dirty="0"/>
              <a:t> –</a:t>
            </a:r>
          </a:p>
          <a:p>
            <a:pPr>
              <a:buFontTx/>
              <a:buChar char="-"/>
            </a:pPr>
            <a:r>
              <a:rPr lang="en-GB" dirty="0"/>
              <a:t>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voir </a:t>
            </a:r>
            <a:r>
              <a:rPr lang="en-GB" dirty="0" err="1"/>
              <a:t>tous</a:t>
            </a:r>
            <a:r>
              <a:rPr lang="en-GB" dirty="0"/>
              <a:t> les </a:t>
            </a:r>
            <a:r>
              <a:rPr lang="en-GB" dirty="0" err="1"/>
              <a:t>produits</a:t>
            </a:r>
            <a:r>
              <a:rPr lang="en-GB" dirty="0"/>
              <a:t> d'un </a:t>
            </a:r>
            <a:r>
              <a:rPr lang="en-GB" dirty="0" err="1"/>
              <a:t>producteur</a:t>
            </a:r>
            <a:r>
              <a:rPr lang="en-GB" dirty="0"/>
              <a:t> </a:t>
            </a:r>
            <a:r>
              <a:rPr lang="en-GB" dirty="0" err="1"/>
              <a:t>spécifique</a:t>
            </a:r>
            <a:r>
              <a:rPr lang="en-GB" dirty="0"/>
              <a:t> – </a:t>
            </a:r>
          </a:p>
          <a:p>
            <a:pPr>
              <a:buFontTx/>
              <a:buChar char="-"/>
            </a:pPr>
            <a:r>
              <a:rPr lang="en-GB" dirty="0"/>
              <a:t> En tant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visiteur</a:t>
            </a:r>
            <a:r>
              <a:rPr lang="en-GB" dirty="0"/>
              <a:t>, je </a:t>
            </a:r>
            <a:r>
              <a:rPr lang="en-GB" dirty="0" err="1"/>
              <a:t>peux</a:t>
            </a:r>
            <a:r>
              <a:rPr lang="en-GB" dirty="0"/>
              <a:t> </a:t>
            </a:r>
            <a:r>
              <a:rPr lang="en-GB" dirty="0" err="1"/>
              <a:t>contacter</a:t>
            </a:r>
            <a:r>
              <a:rPr lang="en-GB" dirty="0"/>
              <a:t> un </a:t>
            </a:r>
            <a:r>
              <a:rPr lang="en-GB" dirty="0" err="1"/>
              <a:t>producteur</a:t>
            </a:r>
            <a:r>
              <a:rPr lang="en-GB" dirty="0"/>
              <a:t> via son email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0B6C4-43ED-9E5A-FCAD-3358FA6668F5}"/>
              </a:ext>
            </a:extLst>
          </p:cNvPr>
          <p:cNvSpPr txBox="1"/>
          <p:nvPr/>
        </p:nvSpPr>
        <p:spPr>
          <a:xfrm>
            <a:off x="6495046" y="1489871"/>
            <a:ext cx="5535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Panier</a:t>
            </a:r>
          </a:p>
          <a:p>
            <a:pPr>
              <a:buFontTx/>
              <a:buChar char="-"/>
            </a:pPr>
            <a:r>
              <a:rPr lang="en-GB" sz="1200" dirty="0"/>
              <a:t> En tant </a:t>
            </a:r>
            <a:r>
              <a:rPr lang="en-GB" sz="1200" dirty="0" err="1"/>
              <a:t>que</a:t>
            </a:r>
            <a:r>
              <a:rPr lang="en-GB" sz="1200" dirty="0"/>
              <a:t> </a:t>
            </a:r>
            <a:r>
              <a:rPr lang="en-GB" sz="1200" dirty="0" err="1"/>
              <a:t>visiteur</a:t>
            </a:r>
            <a:r>
              <a:rPr lang="en-GB" sz="1200" dirty="0"/>
              <a:t>, je </a:t>
            </a:r>
            <a:r>
              <a:rPr lang="en-GB" sz="1200" dirty="0" err="1"/>
              <a:t>peux</a:t>
            </a:r>
            <a:r>
              <a:rPr lang="en-GB" sz="1200" dirty="0"/>
              <a:t> </a:t>
            </a:r>
            <a:r>
              <a:rPr lang="en-GB" sz="1200" dirty="0" err="1"/>
              <a:t>ajouter</a:t>
            </a:r>
            <a:r>
              <a:rPr lang="en-GB" sz="1200" dirty="0"/>
              <a:t> un </a:t>
            </a:r>
            <a:r>
              <a:rPr lang="en-GB" sz="1200" dirty="0" err="1"/>
              <a:t>produit</a:t>
            </a:r>
            <a:r>
              <a:rPr lang="en-GB" sz="1200" dirty="0"/>
              <a:t> au panier </a:t>
            </a:r>
          </a:p>
          <a:p>
            <a:pPr>
              <a:buFontTx/>
              <a:buChar char="-"/>
            </a:pPr>
            <a:r>
              <a:rPr lang="en-GB" sz="1200" dirty="0"/>
              <a:t>En tant </a:t>
            </a:r>
            <a:r>
              <a:rPr lang="en-GB" sz="1200" dirty="0" err="1"/>
              <a:t>que</a:t>
            </a:r>
            <a:r>
              <a:rPr lang="en-GB" sz="1200" dirty="0"/>
              <a:t> </a:t>
            </a:r>
            <a:r>
              <a:rPr lang="en-GB" sz="1200" dirty="0" err="1"/>
              <a:t>visiteur</a:t>
            </a:r>
            <a:r>
              <a:rPr lang="en-GB" sz="1200" dirty="0"/>
              <a:t>, je </a:t>
            </a:r>
            <a:r>
              <a:rPr lang="en-GB" sz="1200" dirty="0" err="1"/>
              <a:t>peux</a:t>
            </a:r>
            <a:r>
              <a:rPr lang="en-GB" sz="1200" dirty="0"/>
              <a:t> voir le </a:t>
            </a:r>
            <a:r>
              <a:rPr lang="en-GB" sz="1200" dirty="0" err="1"/>
              <a:t>contenu</a:t>
            </a:r>
            <a:r>
              <a:rPr lang="en-GB" sz="1200" dirty="0"/>
              <a:t> de </a:t>
            </a:r>
            <a:r>
              <a:rPr lang="en-GB" sz="1200" dirty="0" err="1"/>
              <a:t>mon</a:t>
            </a:r>
            <a:r>
              <a:rPr lang="en-GB" sz="1200" dirty="0"/>
              <a:t> panier </a:t>
            </a:r>
          </a:p>
          <a:p>
            <a:pPr>
              <a:buFontTx/>
              <a:buChar char="-"/>
            </a:pPr>
            <a:r>
              <a:rPr lang="en-GB" sz="1200" dirty="0"/>
              <a:t>En tant </a:t>
            </a:r>
            <a:r>
              <a:rPr lang="en-GB" sz="1200" dirty="0" err="1"/>
              <a:t>que</a:t>
            </a:r>
            <a:r>
              <a:rPr lang="en-GB" sz="1200" dirty="0"/>
              <a:t> </a:t>
            </a:r>
            <a:r>
              <a:rPr lang="en-GB" sz="1200" dirty="0" err="1"/>
              <a:t>visiteur</a:t>
            </a:r>
            <a:r>
              <a:rPr lang="en-GB" sz="1200" dirty="0"/>
              <a:t>, je </a:t>
            </a:r>
            <a:r>
              <a:rPr lang="en-GB" sz="1200" dirty="0" err="1"/>
              <a:t>peux</a:t>
            </a:r>
            <a:r>
              <a:rPr lang="en-GB" sz="1200" dirty="0"/>
              <a:t> modifier la </a:t>
            </a:r>
            <a:r>
              <a:rPr lang="en-GB" sz="1200" dirty="0" err="1"/>
              <a:t>quantité</a:t>
            </a:r>
            <a:r>
              <a:rPr lang="en-GB" sz="1200" dirty="0"/>
              <a:t> d'un </a:t>
            </a:r>
            <a:r>
              <a:rPr lang="en-GB" sz="1200" dirty="0" err="1"/>
              <a:t>produit</a:t>
            </a:r>
            <a:r>
              <a:rPr lang="en-GB" sz="1200" dirty="0"/>
              <a:t> dans </a:t>
            </a:r>
            <a:r>
              <a:rPr lang="en-GB" sz="1200" dirty="0" err="1"/>
              <a:t>mon</a:t>
            </a:r>
            <a:r>
              <a:rPr lang="en-GB" sz="1200" dirty="0"/>
              <a:t> panier </a:t>
            </a:r>
          </a:p>
          <a:p>
            <a:pPr marL="285750" indent="-285750">
              <a:buFontTx/>
              <a:buChar char="-"/>
            </a:pPr>
            <a:r>
              <a:rPr lang="en-GB" sz="1200" dirty="0"/>
              <a:t> En tant </a:t>
            </a:r>
            <a:r>
              <a:rPr lang="en-GB" sz="1200" dirty="0" err="1"/>
              <a:t>que</a:t>
            </a:r>
            <a:r>
              <a:rPr lang="en-GB" sz="1200" dirty="0"/>
              <a:t> </a:t>
            </a:r>
            <a:r>
              <a:rPr lang="en-GB" sz="1200" dirty="0" err="1"/>
              <a:t>visiteur</a:t>
            </a:r>
            <a:r>
              <a:rPr lang="en-GB" sz="1200" dirty="0"/>
              <a:t>, je </a:t>
            </a:r>
            <a:r>
              <a:rPr lang="en-GB" sz="1200" dirty="0" err="1"/>
              <a:t>peux</a:t>
            </a:r>
            <a:r>
              <a:rPr lang="en-GB" sz="1200" dirty="0"/>
              <a:t> </a:t>
            </a:r>
            <a:r>
              <a:rPr lang="en-GB" sz="1200" dirty="0" err="1"/>
              <a:t>retirer</a:t>
            </a:r>
            <a:r>
              <a:rPr lang="en-GB" sz="1200" dirty="0"/>
              <a:t> un </a:t>
            </a:r>
            <a:r>
              <a:rPr lang="en-GB" sz="1200" dirty="0" err="1"/>
              <a:t>produit</a:t>
            </a:r>
            <a:r>
              <a:rPr lang="en-GB" sz="1200" dirty="0"/>
              <a:t> de </a:t>
            </a:r>
            <a:r>
              <a:rPr lang="en-GB" sz="1200" dirty="0" err="1"/>
              <a:t>mon</a:t>
            </a:r>
            <a:r>
              <a:rPr lang="en-GB" sz="1200" dirty="0"/>
              <a:t> panier </a:t>
            </a:r>
          </a:p>
          <a:p>
            <a:pPr marL="285750" indent="-285750">
              <a:buFontTx/>
              <a:buChar char="-"/>
            </a:pPr>
            <a:r>
              <a:rPr lang="en-GB" sz="1200" dirty="0"/>
              <a:t>-En tant </a:t>
            </a:r>
            <a:r>
              <a:rPr lang="en-GB" sz="1200" dirty="0" err="1"/>
              <a:t>que</a:t>
            </a:r>
            <a:r>
              <a:rPr lang="en-GB" sz="1200" dirty="0"/>
              <a:t> </a:t>
            </a:r>
            <a:r>
              <a:rPr lang="en-GB" sz="1200" dirty="0" err="1"/>
              <a:t>visiteur</a:t>
            </a:r>
            <a:r>
              <a:rPr lang="en-GB" sz="1200" dirty="0"/>
              <a:t>, je </a:t>
            </a:r>
            <a:r>
              <a:rPr lang="en-GB" sz="1200" dirty="0" err="1"/>
              <a:t>peux</a:t>
            </a:r>
            <a:r>
              <a:rPr lang="en-GB" sz="1200" dirty="0"/>
              <a:t> voir le total de </a:t>
            </a:r>
            <a:r>
              <a:rPr lang="en-GB" sz="1200" dirty="0" err="1"/>
              <a:t>mon</a:t>
            </a:r>
            <a:r>
              <a:rPr lang="en-GB" sz="1200" dirty="0"/>
              <a:t> panier </a:t>
            </a:r>
          </a:p>
          <a:p>
            <a:pPr marL="285750" indent="-285750">
              <a:buFontTx/>
              <a:buChar char="-"/>
            </a:pPr>
            <a:r>
              <a:rPr lang="en-GB" sz="1200" dirty="0"/>
              <a:t>-En tant </a:t>
            </a:r>
            <a:r>
              <a:rPr lang="en-GB" sz="1200" dirty="0" err="1"/>
              <a:t>que</a:t>
            </a:r>
            <a:r>
              <a:rPr lang="en-GB" sz="1200" dirty="0"/>
              <a:t> </a:t>
            </a:r>
            <a:r>
              <a:rPr lang="en-GB" sz="1200" dirty="0" err="1"/>
              <a:t>visiteur</a:t>
            </a:r>
            <a:r>
              <a:rPr lang="en-GB" sz="1200" dirty="0"/>
              <a:t>, je </a:t>
            </a:r>
            <a:r>
              <a:rPr lang="en-GB" sz="1200" dirty="0" err="1"/>
              <a:t>peux</a:t>
            </a:r>
            <a:r>
              <a:rPr lang="en-GB" sz="1200" dirty="0"/>
              <a:t> </a:t>
            </a:r>
            <a:r>
              <a:rPr lang="en-GB" sz="1200" dirty="0" err="1"/>
              <a:t>vider</a:t>
            </a:r>
            <a:r>
              <a:rPr lang="en-GB" sz="1200" dirty="0"/>
              <a:t> </a:t>
            </a:r>
            <a:r>
              <a:rPr lang="en-GB" sz="1200" dirty="0" err="1"/>
              <a:t>entièrement</a:t>
            </a:r>
            <a:r>
              <a:rPr lang="en-GB" sz="1200" dirty="0"/>
              <a:t> </a:t>
            </a:r>
            <a:r>
              <a:rPr lang="en-GB" sz="1200" dirty="0" err="1"/>
              <a:t>mon</a:t>
            </a:r>
            <a:r>
              <a:rPr lang="en-GB" sz="1200" dirty="0"/>
              <a:t> panier </a:t>
            </a:r>
          </a:p>
          <a:p>
            <a:pPr marL="285750" indent="-285750">
              <a:buFontTx/>
              <a:buChar char="-"/>
            </a:pPr>
            <a:r>
              <a:rPr lang="en-GB" sz="1200" dirty="0"/>
              <a:t>-En tant </a:t>
            </a:r>
            <a:r>
              <a:rPr lang="en-GB" sz="1200" dirty="0" err="1"/>
              <a:t>que</a:t>
            </a:r>
            <a:r>
              <a:rPr lang="en-GB" sz="1200" dirty="0"/>
              <a:t> </a:t>
            </a:r>
            <a:r>
              <a:rPr lang="en-GB" sz="1200" dirty="0" err="1"/>
              <a:t>visiteur</a:t>
            </a:r>
            <a:r>
              <a:rPr lang="en-GB" sz="1200" dirty="0"/>
              <a:t>, </a:t>
            </a:r>
            <a:r>
              <a:rPr lang="en-GB" sz="1200" dirty="0" err="1"/>
              <a:t>mon</a:t>
            </a:r>
            <a:r>
              <a:rPr lang="en-GB" sz="1200" dirty="0"/>
              <a:t> panier </a:t>
            </a:r>
            <a:r>
              <a:rPr lang="en-GB" sz="1200" dirty="0" err="1"/>
              <a:t>persiste</a:t>
            </a:r>
            <a:r>
              <a:rPr lang="en-GB" sz="1200" dirty="0"/>
              <a:t> pendant ma session de navigation</a:t>
            </a:r>
          </a:p>
          <a:p>
            <a:r>
              <a:rPr lang="en-GB" sz="1200" dirty="0"/>
              <a:t>Information &amp; Communication</a:t>
            </a:r>
          </a:p>
          <a:p>
            <a:pPr marL="285750" indent="-285750">
              <a:buFontTx/>
              <a:buChar char="-"/>
            </a:pPr>
            <a:r>
              <a:rPr lang="en-GB" sz="1200" dirty="0"/>
              <a:t> En tant </a:t>
            </a:r>
            <a:r>
              <a:rPr lang="en-GB" sz="1200" dirty="0" err="1"/>
              <a:t>que</a:t>
            </a:r>
            <a:r>
              <a:rPr lang="en-GB" sz="1200" dirty="0"/>
              <a:t> </a:t>
            </a:r>
            <a:r>
              <a:rPr lang="en-GB" sz="1200" dirty="0" err="1"/>
              <a:t>visiteur</a:t>
            </a:r>
            <a:r>
              <a:rPr lang="en-GB" sz="1200" dirty="0"/>
              <a:t>, je </a:t>
            </a:r>
            <a:r>
              <a:rPr lang="en-GB" sz="1200" dirty="0" err="1"/>
              <a:t>peux</a:t>
            </a:r>
            <a:r>
              <a:rPr lang="en-GB" sz="1200" dirty="0"/>
              <a:t> </a:t>
            </a:r>
            <a:r>
              <a:rPr lang="en-GB" sz="1200" dirty="0" err="1"/>
              <a:t>accéder</a:t>
            </a:r>
            <a:r>
              <a:rPr lang="en-GB" sz="1200" dirty="0"/>
              <a:t> à la page "À </a:t>
            </a:r>
            <a:r>
              <a:rPr lang="en-GB" sz="1200" dirty="0" err="1"/>
              <a:t>propos</a:t>
            </a:r>
            <a:r>
              <a:rPr lang="en-GB" sz="1200" dirty="0"/>
              <a:t>" pour </a:t>
            </a:r>
            <a:r>
              <a:rPr lang="en-GB" sz="1200" dirty="0" err="1"/>
              <a:t>en</a:t>
            </a:r>
            <a:r>
              <a:rPr lang="en-GB" sz="1200" dirty="0"/>
              <a:t> savoir plus sur le Comptoir Local </a:t>
            </a:r>
          </a:p>
          <a:p>
            <a:pPr marL="285750" indent="-285750">
              <a:buFontTx/>
              <a:buChar char="-"/>
            </a:pPr>
            <a:r>
              <a:rPr lang="en-GB" sz="1200" dirty="0"/>
              <a:t>-En tant </a:t>
            </a:r>
            <a:r>
              <a:rPr lang="en-GB" sz="1200" dirty="0" err="1"/>
              <a:t>que</a:t>
            </a:r>
            <a:r>
              <a:rPr lang="en-GB" sz="1200" dirty="0"/>
              <a:t> </a:t>
            </a:r>
            <a:r>
              <a:rPr lang="en-GB" sz="1200" dirty="0" err="1"/>
              <a:t>visiteur</a:t>
            </a:r>
            <a:r>
              <a:rPr lang="en-GB" sz="1200" dirty="0"/>
              <a:t>, je </a:t>
            </a:r>
            <a:r>
              <a:rPr lang="en-GB" sz="1200" dirty="0" err="1"/>
              <a:t>peux</a:t>
            </a:r>
            <a:r>
              <a:rPr lang="en-GB" sz="1200" dirty="0"/>
              <a:t> voir les </a:t>
            </a:r>
            <a:r>
              <a:rPr lang="en-GB" sz="1200" dirty="0" err="1"/>
              <a:t>valeurs</a:t>
            </a:r>
            <a:r>
              <a:rPr lang="en-GB" sz="1200" dirty="0"/>
              <a:t> de </a:t>
            </a:r>
            <a:r>
              <a:rPr lang="en-GB" sz="1200" dirty="0" err="1"/>
              <a:t>l'entreprise</a:t>
            </a:r>
            <a:r>
              <a:rPr lang="en-GB" sz="1200" dirty="0"/>
              <a:t> (local, </a:t>
            </a:r>
            <a:r>
              <a:rPr lang="en-GB" sz="1200" dirty="0" err="1"/>
              <a:t>qualité</a:t>
            </a:r>
            <a:r>
              <a:rPr lang="en-GB" sz="1200" dirty="0"/>
              <a:t>, </a:t>
            </a:r>
            <a:r>
              <a:rPr lang="en-GB" sz="1200" dirty="0" err="1"/>
              <a:t>transparence</a:t>
            </a:r>
            <a:r>
              <a:rPr lang="en-GB" sz="1200" dirty="0"/>
              <a:t>) </a:t>
            </a:r>
          </a:p>
          <a:p>
            <a:pPr marL="285750" indent="-285750">
              <a:buFontTx/>
              <a:buChar char="-"/>
            </a:pPr>
            <a:r>
              <a:rPr lang="en-GB" sz="1200" dirty="0"/>
              <a:t>-En tant </a:t>
            </a:r>
            <a:r>
              <a:rPr lang="en-GB" sz="1200" dirty="0" err="1"/>
              <a:t>que</a:t>
            </a:r>
            <a:r>
              <a:rPr lang="en-GB" sz="1200" dirty="0"/>
              <a:t> </a:t>
            </a:r>
            <a:r>
              <a:rPr lang="en-GB" sz="1200" dirty="0" err="1"/>
              <a:t>visiteur</a:t>
            </a:r>
            <a:r>
              <a:rPr lang="en-GB" sz="1200" dirty="0"/>
              <a:t>, je </a:t>
            </a:r>
            <a:r>
              <a:rPr lang="en-GB" sz="1200" dirty="0" err="1"/>
              <a:t>peux</a:t>
            </a:r>
            <a:r>
              <a:rPr lang="en-GB" sz="1200" dirty="0"/>
              <a:t> voir les </a:t>
            </a:r>
            <a:r>
              <a:rPr lang="en-GB" sz="1200" dirty="0" err="1"/>
              <a:t>informations</a:t>
            </a:r>
            <a:r>
              <a:rPr lang="en-GB" sz="1200" dirty="0"/>
              <a:t> de contact du Comptoir Local</a:t>
            </a:r>
          </a:p>
          <a:p>
            <a:endParaRPr lang="en-FR" sz="1200" dirty="0"/>
          </a:p>
        </p:txBody>
      </p:sp>
    </p:spTree>
    <p:extLst>
      <p:ext uri="{BB962C8B-B14F-4D97-AF65-F5344CB8AC3E}">
        <p14:creationId xmlns:p14="http://schemas.microsoft.com/office/powerpoint/2010/main" val="1034346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41D1-C1C7-D685-8003-FE3449A6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WEEK 1 – Sprint 1 – Stack technologiques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13119-5CB5-DF50-6BB7-69AAE718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Backend</a:t>
            </a:r>
            <a:r>
              <a:rPr lang="en-GB" dirty="0"/>
              <a:t> : Django 5.2.8</a:t>
            </a:r>
          </a:p>
          <a:p>
            <a:r>
              <a:rPr lang="en-GB" b="1" dirty="0"/>
              <a:t>Base de données</a:t>
            </a:r>
            <a:r>
              <a:rPr lang="en-GB" dirty="0"/>
              <a:t> : SQLite3</a:t>
            </a:r>
          </a:p>
          <a:p>
            <a:r>
              <a:rPr lang="en-GB" b="1" dirty="0"/>
              <a:t>Frontend</a:t>
            </a:r>
            <a:r>
              <a:rPr lang="en-GB" dirty="0"/>
              <a:t> : HTML5, Bootstrap 5.2.3, Bootstrap Icons</a:t>
            </a:r>
          </a:p>
          <a:p>
            <a:r>
              <a:rPr lang="en-GB" b="1" dirty="0"/>
              <a:t>Styling</a:t>
            </a:r>
            <a:r>
              <a:rPr lang="en-GB" dirty="0"/>
              <a:t> : CSS3 </a:t>
            </a:r>
            <a:r>
              <a:rPr lang="en-GB" dirty="0" err="1"/>
              <a:t>personnalisé</a:t>
            </a:r>
            <a:endParaRPr lang="en-GB" dirty="0"/>
          </a:p>
          <a:p>
            <a:r>
              <a:rPr lang="en-GB" b="1" dirty="0" err="1"/>
              <a:t>Langage</a:t>
            </a:r>
            <a:r>
              <a:rPr lang="en-GB" dirty="0"/>
              <a:t> : Python 3.x</a:t>
            </a:r>
          </a:p>
          <a:p>
            <a:pPr marL="0" indent="0">
              <a:buNone/>
            </a:pP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851365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1427-2D6B-161E-3541-2956F266A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DD056-27C8-064E-7E29-019BDDBDA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7105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9D8B2-D934-D459-B593-9126EFC9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E0625-6ACA-28A4-D179-EFEE72408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R" dirty="0"/>
              <a:t>Sauvegarde du MVP dans le dépot</a:t>
            </a:r>
          </a:p>
          <a:p>
            <a:r>
              <a:rPr lang="en-FR" dirty="0"/>
              <a:t>Deployment sur Github: requirements.txt, version stable</a:t>
            </a:r>
          </a:p>
        </p:txBody>
      </p:sp>
    </p:spTree>
    <p:extLst>
      <p:ext uri="{BB962C8B-B14F-4D97-AF65-F5344CB8AC3E}">
        <p14:creationId xmlns:p14="http://schemas.microsoft.com/office/powerpoint/2010/main" val="11563152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66</TotalTime>
  <Words>973</Words>
  <Application>Microsoft Macintosh PowerPoint</Application>
  <PresentationFormat>Widescreen</PresentationFormat>
  <Paragraphs>97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Celestial</vt:lpstr>
      <vt:lpstr>Coding WeeksEquipe 5</vt:lpstr>
      <vt:lpstr>Sommaire</vt:lpstr>
      <vt:lpstr>Stratégie adoptée - Agenda</vt:lpstr>
      <vt:lpstr>Stratégie adoptée – Collaboration Git</vt:lpstr>
      <vt:lpstr>WEEK 1 – Sprint 0 – Analyse du problème  </vt:lpstr>
      <vt:lpstr>WEEK 1 – Sprint 0 – Réflexion autour de la conception</vt:lpstr>
      <vt:lpstr>WEEK 1 – Sprint 0 – Réflexion autour de la conception</vt:lpstr>
      <vt:lpstr>WEEK 1 – Sprint 1 – Stack technologiques </vt:lpstr>
      <vt:lpstr>PowerPoint Presentation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Riad Darwish</dc:creator>
  <cp:lastModifiedBy>Riad Darwish</cp:lastModifiedBy>
  <cp:revision>1</cp:revision>
  <cp:lastPrinted>2025-11-14T09:18:43Z</cp:lastPrinted>
  <dcterms:created xsi:type="dcterms:W3CDTF">2025-11-14T08:36:41Z</dcterms:created>
  <dcterms:modified xsi:type="dcterms:W3CDTF">2025-11-14T09:42:51Z</dcterms:modified>
</cp:coreProperties>
</file>